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5" r:id="rId10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9C0477-B226-45BA-8E75-15AB7CBD87C9}" v="8" dt="2025-12-09T21:51:07.341"/>
    <p1510:client id="{638D80D0-23FC-4081-8DE6-50AAC9EC2BC0}" v="362" dt="2025-12-09T21:39:51.704"/>
    <p1510:client id="{7C51623A-F2C6-491B-9B7E-147ABAEF2F48}" v="38" dt="2025-12-09T21:13:22.152"/>
    <p1510:client id="{CF496310-D841-9FB2-DB88-EF9BB0D91411}" v="168" dt="2025-12-09T03:37:53.517"/>
    <p1510:client id="{D755837C-42C3-406B-8499-7F798F776145}" v="140" dt="2025-12-09T21:11:02.790"/>
    <p1510:client id="{E628B497-B07C-415A-A4DE-CA82766EC6C1}" v="14" dt="2025-12-09T21:43:39.405"/>
    <p1510:client id="{F53A99FD-FA18-4B6E-A4A6-8CEDC1C37016}" v="57" dt="2025-12-09T21:49:44.1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mil Caglar Yapici" userId="S::cyapici1058@conestogac.on.ca::2bd7f325-4daa-477a-aa8b-cce1a3e820ed" providerId="AD" clId="Web-{D755837C-42C3-406B-8499-7F798F776145}"/>
    <pc:docChg chg="modSld sldOrd">
      <pc:chgData name="Cemil Caglar Yapici" userId="S::cyapici1058@conestogac.on.ca::2bd7f325-4daa-477a-aa8b-cce1a3e820ed" providerId="AD" clId="Web-{D755837C-42C3-406B-8499-7F798F776145}" dt="2025-12-09T21:06:07.722" v="43" actId="1076"/>
      <pc:docMkLst>
        <pc:docMk/>
      </pc:docMkLst>
      <pc:sldChg chg="addSp modSp ord">
        <pc:chgData name="Cemil Caglar Yapici" userId="S::cyapici1058@conestogac.on.ca::2bd7f325-4daa-477a-aa8b-cce1a3e820ed" providerId="AD" clId="Web-{D755837C-42C3-406B-8499-7F798F776145}" dt="2025-12-09T21:06:07.722" v="43" actId="1076"/>
        <pc:sldMkLst>
          <pc:docMk/>
          <pc:sldMk cId="4062965798" sldId="260"/>
        </pc:sldMkLst>
        <pc:spChg chg="mod">
          <ac:chgData name="Cemil Caglar Yapici" userId="S::cyapici1058@conestogac.on.ca::2bd7f325-4daa-477a-aa8b-cce1a3e820ed" providerId="AD" clId="Web-{D755837C-42C3-406B-8499-7F798F776145}" dt="2025-12-09T21:04:23.751" v="30" actId="1076"/>
          <ac:spMkLst>
            <pc:docMk/>
            <pc:sldMk cId="4062965798" sldId="260"/>
            <ac:spMk id="2" creationId="{9E1223DF-070C-622F-8248-D54C67FA5DF9}"/>
          </ac:spMkLst>
        </pc:spChg>
        <pc:spChg chg="mod">
          <ac:chgData name="Cemil Caglar Yapici" userId="S::cyapici1058@conestogac.on.ca::2bd7f325-4daa-477a-aa8b-cce1a3e820ed" providerId="AD" clId="Web-{D755837C-42C3-406B-8499-7F798F776145}" dt="2025-12-09T21:06:07.722" v="43" actId="1076"/>
          <ac:spMkLst>
            <pc:docMk/>
            <pc:sldMk cId="4062965798" sldId="260"/>
            <ac:spMk id="11" creationId="{195160A5-85A9-0A1F-930B-B2FB82ADA01E}"/>
          </ac:spMkLst>
        </pc:spChg>
        <pc:picChg chg="add mod">
          <ac:chgData name="Cemil Caglar Yapici" userId="S::cyapici1058@conestogac.on.ca::2bd7f325-4daa-477a-aa8b-cce1a3e820ed" providerId="AD" clId="Web-{D755837C-42C3-406B-8499-7F798F776145}" dt="2025-12-09T21:04:26.251" v="31" actId="1076"/>
          <ac:picMkLst>
            <pc:docMk/>
            <pc:sldMk cId="4062965798" sldId="260"/>
            <ac:picMk id="3" creationId="{8C16B261-AFB1-C766-0F28-551DFA1CD222}"/>
          </ac:picMkLst>
        </pc:picChg>
        <pc:picChg chg="mod">
          <ac:chgData name="Cemil Caglar Yapici" userId="S::cyapici1058@conestogac.on.ca::2bd7f325-4daa-477a-aa8b-cce1a3e820ed" providerId="AD" clId="Web-{D755837C-42C3-406B-8499-7F798F776145}" dt="2025-12-09T21:04:27.642" v="32" actId="1076"/>
          <ac:picMkLst>
            <pc:docMk/>
            <pc:sldMk cId="4062965798" sldId="260"/>
            <ac:picMk id="9" creationId="{6FAB47E7-9808-92E2-902F-6E1D2D7E4E4A}"/>
          </ac:picMkLst>
        </pc:picChg>
      </pc:sldChg>
      <pc:sldChg chg="modSp">
        <pc:chgData name="Cemil Caglar Yapici" userId="S::cyapici1058@conestogac.on.ca::2bd7f325-4daa-477a-aa8b-cce1a3e820ed" providerId="AD" clId="Web-{D755837C-42C3-406B-8499-7F798F776145}" dt="2025-12-09T21:05:03.424" v="42" actId="14100"/>
        <pc:sldMkLst>
          <pc:docMk/>
          <pc:sldMk cId="2739389312" sldId="261"/>
        </pc:sldMkLst>
        <pc:spChg chg="mod">
          <ac:chgData name="Cemil Caglar Yapici" userId="S::cyapici1058@conestogac.on.ca::2bd7f325-4daa-477a-aa8b-cce1a3e820ed" providerId="AD" clId="Web-{D755837C-42C3-406B-8499-7F798F776145}" dt="2025-12-09T21:05:03.424" v="42" actId="14100"/>
          <ac:spMkLst>
            <pc:docMk/>
            <pc:sldMk cId="2739389312" sldId="261"/>
            <ac:spMk id="2" creationId="{DB2F1EC3-D13B-C107-2EAA-AD073BD333BE}"/>
          </ac:spMkLst>
        </pc:spChg>
        <pc:spChg chg="mod">
          <ac:chgData name="Cemil Caglar Yapici" userId="S::cyapici1058@conestogac.on.ca::2bd7f325-4daa-477a-aa8b-cce1a3e820ed" providerId="AD" clId="Web-{D755837C-42C3-406B-8499-7F798F776145}" dt="2025-12-09T21:05:01.221" v="41" actId="14100"/>
          <ac:spMkLst>
            <pc:docMk/>
            <pc:sldMk cId="2739389312" sldId="261"/>
            <ac:spMk id="3" creationId="{B652A4DB-6A8B-CDC9-AFB8-A2B9AFD7017F}"/>
          </ac:spMkLst>
        </pc:spChg>
      </pc:sldChg>
    </pc:docChg>
  </pc:docChgLst>
  <pc:docChgLst>
    <pc:chgData name="Jarius Bedward" userId="S::jbedward1640@conestogac.on.ca::b7977c56-30f2-455f-8c0a-44a9ee11614a" providerId="AD" clId="Web-{CF496310-D841-9FB2-DB88-EF9BB0D91411}"/>
    <pc:docChg chg="addSld modSld">
      <pc:chgData name="Jarius Bedward" userId="S::jbedward1640@conestogac.on.ca::b7977c56-30f2-455f-8c0a-44a9ee11614a" providerId="AD" clId="Web-{CF496310-D841-9FB2-DB88-EF9BB0D91411}" dt="2025-12-09T03:37:52.923" v="135" actId="20577"/>
      <pc:docMkLst>
        <pc:docMk/>
      </pc:docMkLst>
      <pc:sldChg chg="modSp">
        <pc:chgData name="Jarius Bedward" userId="S::jbedward1640@conestogac.on.ca::b7977c56-30f2-455f-8c0a-44a9ee11614a" providerId="AD" clId="Web-{CF496310-D841-9FB2-DB88-EF9BB0D91411}" dt="2025-12-09T03:27:52.977" v="3" actId="20577"/>
        <pc:sldMkLst>
          <pc:docMk/>
          <pc:sldMk cId="3378615825" sldId="256"/>
        </pc:sldMkLst>
        <pc:spChg chg="mod">
          <ac:chgData name="Jarius Bedward" userId="S::jbedward1640@conestogac.on.ca::b7977c56-30f2-455f-8c0a-44a9ee11614a" providerId="AD" clId="Web-{CF496310-D841-9FB2-DB88-EF9BB0D91411}" dt="2025-12-09T03:27:52.977" v="3" actId="20577"/>
          <ac:spMkLst>
            <pc:docMk/>
            <pc:sldMk cId="3378615825" sldId="256"/>
            <ac:spMk id="2" creationId="{00000000-0000-0000-0000-000000000000}"/>
          </ac:spMkLst>
        </pc:spChg>
      </pc:sldChg>
      <pc:sldChg chg="modSp">
        <pc:chgData name="Jarius Bedward" userId="S::jbedward1640@conestogac.on.ca::b7977c56-30f2-455f-8c0a-44a9ee11614a" providerId="AD" clId="Web-{CF496310-D841-9FB2-DB88-EF9BB0D91411}" dt="2025-12-09T03:36:48.468" v="116" actId="20577"/>
        <pc:sldMkLst>
          <pc:docMk/>
          <pc:sldMk cId="768342051" sldId="259"/>
        </pc:sldMkLst>
        <pc:spChg chg="mod">
          <ac:chgData name="Jarius Bedward" userId="S::jbedward1640@conestogac.on.ca::b7977c56-30f2-455f-8c0a-44a9ee11614a" providerId="AD" clId="Web-{CF496310-D841-9FB2-DB88-EF9BB0D91411}" dt="2025-12-09T03:36:48.468" v="116" actId="20577"/>
          <ac:spMkLst>
            <pc:docMk/>
            <pc:sldMk cId="768342051" sldId="259"/>
            <ac:spMk id="2" creationId="{00000000-0000-0000-0000-000000000000}"/>
          </ac:spMkLst>
        </pc:spChg>
      </pc:sldChg>
      <pc:sldChg chg="addSp delSp modSp new">
        <pc:chgData name="Jarius Bedward" userId="S::jbedward1640@conestogac.on.ca::b7977c56-30f2-455f-8c0a-44a9ee11614a" providerId="AD" clId="Web-{CF496310-D841-9FB2-DB88-EF9BB0D91411}" dt="2025-12-09T03:34:23.897" v="92" actId="20577"/>
        <pc:sldMkLst>
          <pc:docMk/>
          <pc:sldMk cId="4062965798" sldId="260"/>
        </pc:sldMkLst>
        <pc:spChg chg="mod">
          <ac:chgData name="Jarius Bedward" userId="S::jbedward1640@conestogac.on.ca::b7977c56-30f2-455f-8c0a-44a9ee11614a" providerId="AD" clId="Web-{CF496310-D841-9FB2-DB88-EF9BB0D91411}" dt="2025-12-09T03:30:31.965" v="56" actId="1076"/>
          <ac:spMkLst>
            <pc:docMk/>
            <pc:sldMk cId="4062965798" sldId="260"/>
            <ac:spMk id="2" creationId="{9E1223DF-070C-622F-8248-D54C67FA5DF9}"/>
          </ac:spMkLst>
        </pc:spChg>
        <pc:spChg chg="add del">
          <ac:chgData name="Jarius Bedward" userId="S::jbedward1640@conestogac.on.ca::b7977c56-30f2-455f-8c0a-44a9ee11614a" providerId="AD" clId="Web-{CF496310-D841-9FB2-DB88-EF9BB0D91411}" dt="2025-12-09T03:29:44.198" v="23"/>
          <ac:spMkLst>
            <pc:docMk/>
            <pc:sldMk cId="4062965798" sldId="260"/>
            <ac:spMk id="3" creationId="{7E4C5C2B-66CE-4D58-C1E7-C0E79AA16BD5}"/>
          </ac:spMkLst>
        </pc:spChg>
        <pc:spChg chg="add del mod">
          <ac:chgData name="Jarius Bedward" userId="S::jbedward1640@conestogac.on.ca::b7977c56-30f2-455f-8c0a-44a9ee11614a" providerId="AD" clId="Web-{CF496310-D841-9FB2-DB88-EF9BB0D91411}" dt="2025-12-09T03:30:44.762" v="57"/>
          <ac:spMkLst>
            <pc:docMk/>
            <pc:sldMk cId="4062965798" sldId="260"/>
            <ac:spMk id="8" creationId="{6679B699-7F91-A8DE-33F7-5EA052E466A2}"/>
          </ac:spMkLst>
        </pc:spChg>
        <pc:spChg chg="add del">
          <ac:chgData name="Jarius Bedward" userId="S::jbedward1640@conestogac.on.ca::b7977c56-30f2-455f-8c0a-44a9ee11614a" providerId="AD" clId="Web-{CF496310-D841-9FB2-DB88-EF9BB0D91411}" dt="2025-12-09T03:31:00.450" v="63"/>
          <ac:spMkLst>
            <pc:docMk/>
            <pc:sldMk cId="4062965798" sldId="260"/>
            <ac:spMk id="10" creationId="{75EC5A7F-E4F7-3689-7CD1-6DC7C728A5E8}"/>
          </ac:spMkLst>
        </pc:spChg>
        <pc:spChg chg="add mod">
          <ac:chgData name="Jarius Bedward" userId="S::jbedward1640@conestogac.on.ca::b7977c56-30f2-455f-8c0a-44a9ee11614a" providerId="AD" clId="Web-{CF496310-D841-9FB2-DB88-EF9BB0D91411}" dt="2025-12-09T03:34:23.897" v="92" actId="20577"/>
          <ac:spMkLst>
            <pc:docMk/>
            <pc:sldMk cId="4062965798" sldId="260"/>
            <ac:spMk id="11" creationId="{195160A5-85A9-0A1F-930B-B2FB82ADA01E}"/>
          </ac:spMkLst>
        </pc:spChg>
        <pc:graphicFrameChg chg="add del mod ord modGraphic">
          <ac:chgData name="Jarius Bedward" userId="S::jbedward1640@conestogac.on.ca::b7977c56-30f2-455f-8c0a-44a9ee11614a" providerId="AD" clId="Web-{CF496310-D841-9FB2-DB88-EF9BB0D91411}" dt="2025-12-09T03:28:52.650" v="20"/>
          <ac:graphicFrameMkLst>
            <pc:docMk/>
            <pc:sldMk cId="4062965798" sldId="260"/>
            <ac:graphicFrameMk id="5" creationId="{16F10441-6CEA-D9D4-7DD6-ADEE234FBD99}"/>
          </ac:graphicFrameMkLst>
        </pc:graphicFrameChg>
        <pc:graphicFrameChg chg="add del mod modGraphic">
          <ac:chgData name="Jarius Bedward" userId="S::jbedward1640@conestogac.on.ca::b7977c56-30f2-455f-8c0a-44a9ee11614a" providerId="AD" clId="Web-{CF496310-D841-9FB2-DB88-EF9BB0D91411}" dt="2025-12-09T03:33:58.864" v="83"/>
          <ac:graphicFrameMkLst>
            <pc:docMk/>
            <pc:sldMk cId="4062965798" sldId="260"/>
            <ac:graphicFrameMk id="13" creationId="{34A9B5D5-5AE8-C129-D776-99EBB1461808}"/>
          </ac:graphicFrameMkLst>
        </pc:graphicFrameChg>
        <pc:picChg chg="add del mod ord">
          <ac:chgData name="Jarius Bedward" userId="S::jbedward1640@conestogac.on.ca::b7977c56-30f2-455f-8c0a-44a9ee11614a" providerId="AD" clId="Web-{CF496310-D841-9FB2-DB88-EF9BB0D91411}" dt="2025-12-09T03:30:28.137" v="55"/>
          <ac:picMkLst>
            <pc:docMk/>
            <pc:sldMk cId="4062965798" sldId="260"/>
            <ac:picMk id="6" creationId="{7113755B-FE50-64AC-2BB4-629017935C87}"/>
          </ac:picMkLst>
        </pc:picChg>
        <pc:picChg chg="add mod ord">
          <ac:chgData name="Jarius Bedward" userId="S::jbedward1640@conestogac.on.ca::b7977c56-30f2-455f-8c0a-44a9ee11614a" providerId="AD" clId="Web-{CF496310-D841-9FB2-DB88-EF9BB0D91411}" dt="2025-12-09T03:30:53.512" v="61" actId="1076"/>
          <ac:picMkLst>
            <pc:docMk/>
            <pc:sldMk cId="4062965798" sldId="260"/>
            <ac:picMk id="9" creationId="{6FAB47E7-9808-92E2-902F-6E1D2D7E4E4A}"/>
          </ac:picMkLst>
        </pc:picChg>
      </pc:sldChg>
      <pc:sldChg chg="modSp new">
        <pc:chgData name="Jarius Bedward" userId="S::jbedward1640@conestogac.on.ca::b7977c56-30f2-455f-8c0a-44a9ee11614a" providerId="AD" clId="Web-{CF496310-D841-9FB2-DB88-EF9BB0D91411}" dt="2025-12-09T03:35:52.059" v="99" actId="20577"/>
        <pc:sldMkLst>
          <pc:docMk/>
          <pc:sldMk cId="2739389312" sldId="261"/>
        </pc:sldMkLst>
        <pc:spChg chg="mod">
          <ac:chgData name="Jarius Bedward" userId="S::jbedward1640@conestogac.on.ca::b7977c56-30f2-455f-8c0a-44a9ee11614a" providerId="AD" clId="Web-{CF496310-D841-9FB2-DB88-EF9BB0D91411}" dt="2025-12-09T03:35:52.059" v="99" actId="20577"/>
          <ac:spMkLst>
            <pc:docMk/>
            <pc:sldMk cId="2739389312" sldId="261"/>
            <ac:spMk id="2" creationId="{DB2F1EC3-D13B-C107-2EAA-AD073BD333BE}"/>
          </ac:spMkLst>
        </pc:spChg>
      </pc:sldChg>
      <pc:sldChg chg="modSp new">
        <pc:chgData name="Jarius Bedward" userId="S::jbedward1640@conestogac.on.ca::b7977c56-30f2-455f-8c0a-44a9ee11614a" providerId="AD" clId="Web-{CF496310-D841-9FB2-DB88-EF9BB0D91411}" dt="2025-12-09T03:36:00.075" v="104" actId="20577"/>
        <pc:sldMkLst>
          <pc:docMk/>
          <pc:sldMk cId="581134093" sldId="262"/>
        </pc:sldMkLst>
        <pc:spChg chg="mod">
          <ac:chgData name="Jarius Bedward" userId="S::jbedward1640@conestogac.on.ca::b7977c56-30f2-455f-8c0a-44a9ee11614a" providerId="AD" clId="Web-{CF496310-D841-9FB2-DB88-EF9BB0D91411}" dt="2025-12-09T03:36:00.075" v="104" actId="20577"/>
          <ac:spMkLst>
            <pc:docMk/>
            <pc:sldMk cId="581134093" sldId="262"/>
            <ac:spMk id="2" creationId="{DD93950C-9DA6-F8E6-547B-31F78C5CFE2E}"/>
          </ac:spMkLst>
        </pc:spChg>
      </pc:sldChg>
      <pc:sldChg chg="modSp new">
        <pc:chgData name="Jarius Bedward" userId="S::jbedward1640@conestogac.on.ca::b7977c56-30f2-455f-8c0a-44a9ee11614a" providerId="AD" clId="Web-{CF496310-D841-9FB2-DB88-EF9BB0D91411}" dt="2025-12-09T03:36:05.685" v="111" actId="20577"/>
        <pc:sldMkLst>
          <pc:docMk/>
          <pc:sldMk cId="160280946" sldId="263"/>
        </pc:sldMkLst>
        <pc:spChg chg="mod">
          <ac:chgData name="Jarius Bedward" userId="S::jbedward1640@conestogac.on.ca::b7977c56-30f2-455f-8c0a-44a9ee11614a" providerId="AD" clId="Web-{CF496310-D841-9FB2-DB88-EF9BB0D91411}" dt="2025-12-09T03:36:05.685" v="111" actId="20577"/>
          <ac:spMkLst>
            <pc:docMk/>
            <pc:sldMk cId="160280946" sldId="263"/>
            <ac:spMk id="2" creationId="{40F2A77F-DEA2-8911-9FEE-7C2C6737FA23}"/>
          </ac:spMkLst>
        </pc:spChg>
      </pc:sldChg>
      <pc:sldChg chg="modSp new">
        <pc:chgData name="Jarius Bedward" userId="S::jbedward1640@conestogac.on.ca::b7977c56-30f2-455f-8c0a-44a9ee11614a" providerId="AD" clId="Web-{CF496310-D841-9FB2-DB88-EF9BB0D91411}" dt="2025-12-09T03:36:56.734" v="121" actId="20577"/>
        <pc:sldMkLst>
          <pc:docMk/>
          <pc:sldMk cId="2277581336" sldId="264"/>
        </pc:sldMkLst>
        <pc:spChg chg="mod">
          <ac:chgData name="Jarius Bedward" userId="S::jbedward1640@conestogac.on.ca::b7977c56-30f2-455f-8c0a-44a9ee11614a" providerId="AD" clId="Web-{CF496310-D841-9FB2-DB88-EF9BB0D91411}" dt="2025-12-09T03:36:56.734" v="121" actId="20577"/>
          <ac:spMkLst>
            <pc:docMk/>
            <pc:sldMk cId="2277581336" sldId="264"/>
            <ac:spMk id="2" creationId="{E68B4C26-B0F5-74E0-FD56-1C5C54D46F69}"/>
          </ac:spMkLst>
        </pc:spChg>
      </pc:sldChg>
      <pc:sldChg chg="modSp new">
        <pc:chgData name="Jarius Bedward" userId="S::jbedward1640@conestogac.on.ca::b7977c56-30f2-455f-8c0a-44a9ee11614a" providerId="AD" clId="Web-{CF496310-D841-9FB2-DB88-EF9BB0D91411}" dt="2025-12-09T03:37:07.687" v="127" actId="20577"/>
        <pc:sldMkLst>
          <pc:docMk/>
          <pc:sldMk cId="53371433" sldId="265"/>
        </pc:sldMkLst>
        <pc:spChg chg="mod">
          <ac:chgData name="Jarius Bedward" userId="S::jbedward1640@conestogac.on.ca::b7977c56-30f2-455f-8c0a-44a9ee11614a" providerId="AD" clId="Web-{CF496310-D841-9FB2-DB88-EF9BB0D91411}" dt="2025-12-09T03:37:07.687" v="127" actId="20577"/>
          <ac:spMkLst>
            <pc:docMk/>
            <pc:sldMk cId="53371433" sldId="265"/>
            <ac:spMk id="2" creationId="{EF37F7E6-1AF3-A153-AA74-9E86E83FBF2F}"/>
          </ac:spMkLst>
        </pc:spChg>
      </pc:sldChg>
      <pc:sldChg chg="modSp new">
        <pc:chgData name="Jarius Bedward" userId="S::jbedward1640@conestogac.on.ca::b7977c56-30f2-455f-8c0a-44a9ee11614a" providerId="AD" clId="Web-{CF496310-D841-9FB2-DB88-EF9BB0D91411}" dt="2025-12-09T03:37:52.923" v="135" actId="20577"/>
        <pc:sldMkLst>
          <pc:docMk/>
          <pc:sldMk cId="1120161618" sldId="266"/>
        </pc:sldMkLst>
        <pc:spChg chg="mod">
          <ac:chgData name="Jarius Bedward" userId="S::jbedward1640@conestogac.on.ca::b7977c56-30f2-455f-8c0a-44a9ee11614a" providerId="AD" clId="Web-{CF496310-D841-9FB2-DB88-EF9BB0D91411}" dt="2025-12-09T03:37:52.923" v="135" actId="20577"/>
          <ac:spMkLst>
            <pc:docMk/>
            <pc:sldMk cId="1120161618" sldId="266"/>
            <ac:spMk id="2" creationId="{F13ABB50-4F5C-5493-9774-6C3FE03DD164}"/>
          </ac:spMkLst>
        </pc:spChg>
      </pc:sldChg>
    </pc:docChg>
  </pc:docChgLst>
  <pc:docChgLst>
    <pc:chgData name="Cemil Caglar Yapici" userId="S::cyapici1058@conestogac.on.ca::2bd7f325-4daa-477a-aa8b-cce1a3e820ed" providerId="AD" clId="Web-{638D80D0-23FC-4081-8DE6-50AAC9EC2BC0}"/>
    <pc:docChg chg="addSld delSld modSld sldOrd">
      <pc:chgData name="Cemil Caglar Yapici" userId="S::cyapici1058@conestogac.on.ca::2bd7f325-4daa-477a-aa8b-cce1a3e820ed" providerId="AD" clId="Web-{638D80D0-23FC-4081-8DE6-50AAC9EC2BC0}" dt="2025-12-09T21:36:20.324" v="75" actId="1076"/>
      <pc:docMkLst>
        <pc:docMk/>
      </pc:docMkLst>
      <pc:sldChg chg="addSp modSp">
        <pc:chgData name="Cemil Caglar Yapici" userId="S::cyapici1058@conestogac.on.ca::2bd7f325-4daa-477a-aa8b-cce1a3e820ed" providerId="AD" clId="Web-{638D80D0-23FC-4081-8DE6-50AAC9EC2BC0}" dt="2025-12-09T21:33:18.817" v="66" actId="1076"/>
        <pc:sldMkLst>
          <pc:docMk/>
          <pc:sldMk cId="2739389312" sldId="261"/>
        </pc:sldMkLst>
        <pc:picChg chg="add mod">
          <ac:chgData name="Cemil Caglar Yapici" userId="S::cyapici1058@conestogac.on.ca::2bd7f325-4daa-477a-aa8b-cce1a3e820ed" providerId="AD" clId="Web-{638D80D0-23FC-4081-8DE6-50AAC9EC2BC0}" dt="2025-12-09T21:32:32.189" v="58" actId="14100"/>
          <ac:picMkLst>
            <pc:docMk/>
            <pc:sldMk cId="2739389312" sldId="261"/>
            <ac:picMk id="4" creationId="{70A9871B-024E-511A-8D03-6FDC7D0F9902}"/>
          </ac:picMkLst>
        </pc:picChg>
        <pc:picChg chg="add mod modCrop">
          <ac:chgData name="Cemil Caglar Yapici" userId="S::cyapici1058@conestogac.on.ca::2bd7f325-4daa-477a-aa8b-cce1a3e820ed" providerId="AD" clId="Web-{638D80D0-23FC-4081-8DE6-50AAC9EC2BC0}" dt="2025-12-09T21:33:18.817" v="66" actId="1076"/>
          <ac:picMkLst>
            <pc:docMk/>
            <pc:sldMk cId="2739389312" sldId="261"/>
            <ac:picMk id="6" creationId="{1CF62910-1EF9-5391-A129-63055A01F30A}"/>
          </ac:picMkLst>
        </pc:picChg>
      </pc:sldChg>
      <pc:sldChg chg="addSp delSp modSp">
        <pc:chgData name="Cemil Caglar Yapici" userId="S::cyapici1058@conestogac.on.ca::2bd7f325-4daa-477a-aa8b-cce1a3e820ed" providerId="AD" clId="Web-{638D80D0-23FC-4081-8DE6-50AAC9EC2BC0}" dt="2025-12-09T21:36:20.324" v="75" actId="1076"/>
        <pc:sldMkLst>
          <pc:docMk/>
          <pc:sldMk cId="581134093" sldId="262"/>
        </pc:sldMkLst>
        <pc:spChg chg="mod">
          <ac:chgData name="Cemil Caglar Yapici" userId="S::cyapici1058@conestogac.on.ca::2bd7f325-4daa-477a-aa8b-cce1a3e820ed" providerId="AD" clId="Web-{638D80D0-23FC-4081-8DE6-50AAC9EC2BC0}" dt="2025-12-09T21:36:20.324" v="75" actId="1076"/>
          <ac:spMkLst>
            <pc:docMk/>
            <pc:sldMk cId="581134093" sldId="262"/>
            <ac:spMk id="2" creationId="{DD93950C-9DA6-F8E6-547B-31F78C5CFE2E}"/>
          </ac:spMkLst>
        </pc:spChg>
        <pc:spChg chg="del mod">
          <ac:chgData name="Cemil Caglar Yapici" userId="S::cyapici1058@conestogac.on.ca::2bd7f325-4daa-477a-aa8b-cce1a3e820ed" providerId="AD" clId="Web-{638D80D0-23FC-4081-8DE6-50AAC9EC2BC0}" dt="2025-12-09T21:20:09.975" v="9"/>
          <ac:spMkLst>
            <pc:docMk/>
            <pc:sldMk cId="581134093" sldId="262"/>
            <ac:spMk id="3" creationId="{3CC805E7-EF1C-D05E-487F-4D3B35030D16}"/>
          </ac:spMkLst>
        </pc:spChg>
        <pc:spChg chg="add mod">
          <ac:chgData name="Cemil Caglar Yapici" userId="S::cyapici1058@conestogac.on.ca::2bd7f325-4daa-477a-aa8b-cce1a3e820ed" providerId="AD" clId="Web-{638D80D0-23FC-4081-8DE6-50AAC9EC2BC0}" dt="2025-12-09T21:34:27.211" v="72" actId="14100"/>
          <ac:spMkLst>
            <pc:docMk/>
            <pc:sldMk cId="581134093" sldId="262"/>
            <ac:spMk id="6" creationId="{FE177051-28BD-2D86-BFE1-C7819F456DEA}"/>
          </ac:spMkLst>
        </pc:spChg>
        <pc:picChg chg="add del mod ord">
          <ac:chgData name="Cemil Caglar Yapici" userId="S::cyapici1058@conestogac.on.ca::2bd7f325-4daa-477a-aa8b-cce1a3e820ed" providerId="AD" clId="Web-{638D80D0-23FC-4081-8DE6-50AAC9EC2BC0}" dt="2025-12-09T21:33:03.488" v="64"/>
          <ac:picMkLst>
            <pc:docMk/>
            <pc:sldMk cId="581134093" sldId="262"/>
            <ac:picMk id="4" creationId="{3928A21C-2370-9D80-B651-3553C020017F}"/>
          </ac:picMkLst>
        </pc:picChg>
      </pc:sldChg>
      <pc:sldChg chg="addSp modSp ord">
        <pc:chgData name="Cemil Caglar Yapici" userId="S::cyapici1058@conestogac.on.ca::2bd7f325-4daa-477a-aa8b-cce1a3e820ed" providerId="AD" clId="Web-{638D80D0-23FC-4081-8DE6-50AAC9EC2BC0}" dt="2025-12-09T21:34:01.038" v="69"/>
        <pc:sldMkLst>
          <pc:docMk/>
          <pc:sldMk cId="160280946" sldId="263"/>
        </pc:sldMkLst>
        <pc:spChg chg="mod">
          <ac:chgData name="Cemil Caglar Yapici" userId="S::cyapici1058@conestogac.on.ca::2bd7f325-4daa-477a-aa8b-cce1a3e820ed" providerId="AD" clId="Web-{638D80D0-23FC-4081-8DE6-50AAC9EC2BC0}" dt="2025-12-09T21:26:55.310" v="31" actId="1076"/>
          <ac:spMkLst>
            <pc:docMk/>
            <pc:sldMk cId="160280946" sldId="263"/>
            <ac:spMk id="2" creationId="{40F2A77F-DEA2-8911-9FEE-7C2C6737FA23}"/>
          </ac:spMkLst>
        </pc:spChg>
        <pc:spChg chg="mod">
          <ac:chgData name="Cemil Caglar Yapici" userId="S::cyapici1058@conestogac.on.ca::2bd7f325-4daa-477a-aa8b-cce1a3e820ed" providerId="AD" clId="Web-{638D80D0-23FC-4081-8DE6-50AAC9EC2BC0}" dt="2025-12-09T21:31:13.046" v="54" actId="14100"/>
          <ac:spMkLst>
            <pc:docMk/>
            <pc:sldMk cId="160280946" sldId="263"/>
            <ac:spMk id="3" creationId="{C1264C57-F0C4-1777-4BFD-AB1CB3977964}"/>
          </ac:spMkLst>
        </pc:spChg>
        <pc:picChg chg="add mod">
          <ac:chgData name="Cemil Caglar Yapici" userId="S::cyapici1058@conestogac.on.ca::2bd7f325-4daa-477a-aa8b-cce1a3e820ed" providerId="AD" clId="Web-{638D80D0-23FC-4081-8DE6-50AAC9EC2BC0}" dt="2025-12-09T21:30:23.983" v="41" actId="1076"/>
          <ac:picMkLst>
            <pc:docMk/>
            <pc:sldMk cId="160280946" sldId="263"/>
            <ac:picMk id="4" creationId="{1BFFF32D-AF18-A483-2163-D67D80116FE0}"/>
          </ac:picMkLst>
        </pc:picChg>
        <pc:picChg chg="add mod">
          <ac:chgData name="Cemil Caglar Yapici" userId="S::cyapici1058@conestogac.on.ca::2bd7f325-4daa-477a-aa8b-cce1a3e820ed" providerId="AD" clId="Web-{638D80D0-23FC-4081-8DE6-50AAC9EC2BC0}" dt="2025-12-09T21:31:14.453" v="55" actId="1076"/>
          <ac:picMkLst>
            <pc:docMk/>
            <pc:sldMk cId="160280946" sldId="263"/>
            <ac:picMk id="5" creationId="{5956FB3E-B433-BA83-AB7E-92F9019E1A34}"/>
          </ac:picMkLst>
        </pc:picChg>
      </pc:sldChg>
      <pc:sldChg chg="addSp delSp modSp del">
        <pc:chgData name="Cemil Caglar Yapici" userId="S::cyapici1058@conestogac.on.ca::2bd7f325-4daa-477a-aa8b-cce1a3e820ed" providerId="AD" clId="Web-{638D80D0-23FC-4081-8DE6-50AAC9EC2BC0}" dt="2025-12-09T21:34:06.882" v="70"/>
        <pc:sldMkLst>
          <pc:docMk/>
          <pc:sldMk cId="2277581336" sldId="264"/>
        </pc:sldMkLst>
        <pc:spChg chg="del">
          <ac:chgData name="Cemil Caglar Yapici" userId="S::cyapici1058@conestogac.on.ca::2bd7f325-4daa-477a-aa8b-cce1a3e820ed" providerId="AD" clId="Web-{638D80D0-23FC-4081-8DE6-50AAC9EC2BC0}" dt="2025-12-09T21:33:35.818" v="67"/>
          <ac:spMkLst>
            <pc:docMk/>
            <pc:sldMk cId="2277581336" sldId="264"/>
            <ac:spMk id="3" creationId="{39AA7CCF-73DA-64D4-F772-E2639206564C}"/>
          </ac:spMkLst>
        </pc:spChg>
        <pc:picChg chg="add mod ord">
          <ac:chgData name="Cemil Caglar Yapici" userId="S::cyapici1058@conestogac.on.ca::2bd7f325-4daa-477a-aa8b-cce1a3e820ed" providerId="AD" clId="Web-{638D80D0-23FC-4081-8DE6-50AAC9EC2BC0}" dt="2025-12-09T21:33:35.818" v="67"/>
          <ac:picMkLst>
            <pc:docMk/>
            <pc:sldMk cId="2277581336" sldId="264"/>
            <ac:picMk id="4" creationId="{34343145-5222-5CD4-900B-DD515A5794D0}"/>
          </ac:picMkLst>
        </pc:picChg>
      </pc:sldChg>
      <pc:sldChg chg="modSp">
        <pc:chgData name="Cemil Caglar Yapici" userId="S::cyapici1058@conestogac.on.ca::2bd7f325-4daa-477a-aa8b-cce1a3e820ed" providerId="AD" clId="Web-{638D80D0-23FC-4081-8DE6-50AAC9EC2BC0}" dt="2025-12-09T21:22:09.618" v="25" actId="14100"/>
        <pc:sldMkLst>
          <pc:docMk/>
          <pc:sldMk cId="53371433" sldId="265"/>
        </pc:sldMkLst>
        <pc:spChg chg="mod">
          <ac:chgData name="Cemil Caglar Yapici" userId="S::cyapici1058@conestogac.on.ca::2bd7f325-4daa-477a-aa8b-cce1a3e820ed" providerId="AD" clId="Web-{638D80D0-23FC-4081-8DE6-50AAC9EC2BC0}" dt="2025-12-09T21:22:07.571" v="24" actId="1076"/>
          <ac:spMkLst>
            <pc:docMk/>
            <pc:sldMk cId="53371433" sldId="265"/>
            <ac:spMk id="2" creationId="{EF37F7E6-1AF3-A153-AA74-9E86E83FBF2F}"/>
          </ac:spMkLst>
        </pc:spChg>
        <pc:spChg chg="mod">
          <ac:chgData name="Cemil Caglar Yapici" userId="S::cyapici1058@conestogac.on.ca::2bd7f325-4daa-477a-aa8b-cce1a3e820ed" providerId="AD" clId="Web-{638D80D0-23FC-4081-8DE6-50AAC9EC2BC0}" dt="2025-12-09T21:22:09.618" v="25" actId="14100"/>
          <ac:spMkLst>
            <pc:docMk/>
            <pc:sldMk cId="53371433" sldId="265"/>
            <ac:spMk id="3" creationId="{57418F62-9EEC-E6D1-7778-2BB9FC28D226}"/>
          </ac:spMkLst>
        </pc:spChg>
      </pc:sldChg>
      <pc:sldChg chg="add del">
        <pc:chgData name="Cemil Caglar Yapici" userId="S::cyapici1058@conestogac.on.ca::2bd7f325-4daa-477a-aa8b-cce1a3e820ed" providerId="AD" clId="Web-{638D80D0-23FC-4081-8DE6-50AAC9EC2BC0}" dt="2025-12-09T21:21:41.633" v="22"/>
        <pc:sldMkLst>
          <pc:docMk/>
          <pc:sldMk cId="1120161618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7B3E-B198-41F9-A7C4-36B6DC1FF2DD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8EEDF5-9764-4A7F-93D4-E38F5557BC71}" type="slidenum">
              <a:rPr lang="tr-TR" smtClean="0"/>
              <a:t>‹#›</a:t>
            </a:fld>
            <a:endParaRPr lang="tr-T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7B3E-B198-41F9-A7C4-36B6DC1FF2DD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EDF5-9764-4A7F-93D4-E38F5557BC71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7B3E-B198-41F9-A7C4-36B6DC1FF2DD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EDF5-9764-4A7F-93D4-E38F5557BC71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7B3E-B198-41F9-A7C4-36B6DC1FF2DD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EDF5-9764-4A7F-93D4-E38F5557BC71}" type="slidenum">
              <a:rPr lang="tr-TR" smtClean="0"/>
              <a:t>‹#›</a:t>
            </a:fld>
            <a:endParaRPr lang="tr-TR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7B3E-B198-41F9-A7C4-36B6DC1FF2DD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EDF5-9764-4A7F-93D4-E38F5557BC71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7B3E-B198-41F9-A7C4-36B6DC1FF2DD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EDF5-9764-4A7F-93D4-E38F5557BC71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7B3E-B198-41F9-A7C4-36B6DC1FF2DD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EDF5-9764-4A7F-93D4-E38F5557BC71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7B3E-B198-41F9-A7C4-36B6DC1FF2DD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EDF5-9764-4A7F-93D4-E38F5557BC71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7B3E-B198-41F9-A7C4-36B6DC1FF2DD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EDF5-9764-4A7F-93D4-E38F5557BC71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7B3E-B198-41F9-A7C4-36B6DC1FF2DD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EDF5-9764-4A7F-93D4-E38F5557BC71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E7B3E-B198-41F9-A7C4-36B6DC1FF2DD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EEDF5-9764-4A7F-93D4-E38F5557BC71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FCE7B3E-B198-41F9-A7C4-36B6DC1FF2DD}" type="datetimeFigureOut">
              <a:rPr lang="tr-TR" smtClean="0"/>
              <a:t>9.12.2025</a:t>
            </a:fld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98EEDF5-9764-4A7F-93D4-E38F5557BC71}" type="slidenum">
              <a:rPr lang="tr-TR" smtClean="0"/>
              <a:t>‹#›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tr-T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6632"/>
            <a:ext cx="7315200" cy="4995017"/>
          </a:xfrm>
        </p:spPr>
        <p:txBody>
          <a:bodyPr>
            <a:normAutofit fontScale="90000"/>
          </a:bodyPr>
          <a:lstStyle/>
          <a:p>
            <a:pPr algn="ctr"/>
            <a:br>
              <a:rPr lang="tr-TR" sz="4400" b="1"/>
            </a:br>
            <a:r>
              <a:rPr lang="en-US" sz="4400" b="1"/>
              <a:t>Data Analysis Mathematics, Algorithms </a:t>
            </a:r>
            <a:r>
              <a:rPr lang="tr-TR" sz="4400" b="1"/>
              <a:t>&amp;</a:t>
            </a:r>
            <a:r>
              <a:rPr lang="en-US" sz="4400" b="1"/>
              <a:t> Modeling</a:t>
            </a:r>
            <a:r>
              <a:rPr lang="tr-TR" sz="4400"/>
              <a:t> </a:t>
            </a:r>
            <a:br>
              <a:rPr lang="tr-TR" sz="4400"/>
            </a:br>
            <a:r>
              <a:rPr lang="tr-TR" sz="4400"/>
              <a:t>(PROG8431)</a:t>
            </a:r>
            <a:br>
              <a:rPr lang="tr-TR" sz="4400"/>
            </a:br>
            <a:r>
              <a:rPr lang="tr-TR" sz="4000"/>
              <a:t>Final Presentation of Group#5</a:t>
            </a:r>
            <a:br>
              <a:rPr lang="tr-TR" sz="4400" b="1"/>
            </a:br>
            <a:br>
              <a:rPr lang="tr-TR" sz="4400" b="1"/>
            </a:br>
            <a:r>
              <a:rPr lang="tr-TR" sz="3600" b="1" err="1"/>
              <a:t>Obesity</a:t>
            </a:r>
            <a:r>
              <a:rPr lang="tr-TR" sz="3600" b="1"/>
              <a:t> </a:t>
            </a:r>
            <a:r>
              <a:rPr lang="tr-TR" sz="3600" b="1" err="1"/>
              <a:t>Checker</a:t>
            </a:r>
            <a:r>
              <a:rPr lang="tr-TR" sz="3600" b="1"/>
              <a:t> &amp; </a:t>
            </a:r>
            <a:r>
              <a:rPr lang="tr-TR" sz="3600" b="1" err="1"/>
              <a:t>Classifier</a:t>
            </a:r>
            <a:br>
              <a:rPr lang="tr-TR" sz="3600" b="1"/>
            </a:br>
            <a:br>
              <a:rPr lang="tr-TR" sz="2000" b="1"/>
            </a:br>
            <a:br>
              <a:rPr lang="en-US" sz="2000" b="1"/>
            </a:br>
            <a:endParaRPr lang="tr-TR" sz="2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000" b="1">
                <a:solidFill>
                  <a:schemeClr val="tx2"/>
                </a:solidFill>
              </a:rPr>
              <a:t>Mostafa Allahmoradi - 9087818</a:t>
            </a:r>
            <a:br>
              <a:rPr lang="tr-TR" sz="2000" b="1">
                <a:solidFill>
                  <a:schemeClr val="tx2"/>
                </a:solidFill>
              </a:rPr>
            </a:br>
            <a:r>
              <a:rPr lang="tr-TR" sz="2000" b="1">
                <a:solidFill>
                  <a:schemeClr val="tx2"/>
                </a:solidFill>
              </a:rPr>
              <a:t>Cemil Caglar Yapici – 9081058</a:t>
            </a:r>
            <a:br>
              <a:rPr lang="tr-TR" sz="2000" b="1">
                <a:solidFill>
                  <a:schemeClr val="tx2"/>
                </a:solidFill>
              </a:rPr>
            </a:br>
            <a:r>
              <a:rPr lang="tr-TR" sz="2000" b="1">
                <a:solidFill>
                  <a:schemeClr val="tx2"/>
                </a:solidFill>
              </a:rPr>
              <a:t>Jarius Bedward – 8841640</a:t>
            </a:r>
            <a:endParaRPr lang="tr-TR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615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32657"/>
            <a:ext cx="7315200" cy="648071"/>
          </a:xfrm>
        </p:spPr>
        <p:txBody>
          <a:bodyPr>
            <a:normAutofit fontScale="90000"/>
          </a:bodyPr>
          <a:lstStyle/>
          <a:p>
            <a:r>
              <a:rPr lang="tr-TR" sz="2000"/>
              <a:t>Definition of Problem:</a:t>
            </a:r>
            <a:br>
              <a:rPr lang="tr-TR" sz="2000"/>
            </a:br>
            <a:r>
              <a:rPr lang="tr-TR" sz="2000"/>
              <a:t>(Background, Motivation, Data sets and more)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052736"/>
            <a:ext cx="7315200" cy="526771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tr-TR" dirty="0"/>
              <a:t>As it is </a:t>
            </a:r>
            <a:r>
              <a:rPr lang="tr-TR" dirty="0" err="1"/>
              <a:t>known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; 21th </a:t>
            </a:r>
            <a:r>
              <a:rPr lang="tr-TR" dirty="0" err="1"/>
              <a:t>century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post modern life –</a:t>
            </a:r>
            <a:r>
              <a:rPr lang="tr-TR" dirty="0" err="1"/>
              <a:t>especially</a:t>
            </a:r>
            <a:r>
              <a:rPr lang="tr-TR" dirty="0"/>
              <a:t> post modern </a:t>
            </a:r>
            <a:r>
              <a:rPr lang="tr-TR" dirty="0" err="1"/>
              <a:t>worklife</a:t>
            </a:r>
            <a:r>
              <a:rPr lang="tr-TR" dirty="0"/>
              <a:t> – </a:t>
            </a:r>
            <a:r>
              <a:rPr lang="tr-TR" dirty="0" err="1"/>
              <a:t>have</a:t>
            </a:r>
            <a:r>
              <a:rPr lang="tr-TR" dirty="0"/>
              <a:t> </a:t>
            </a:r>
            <a:r>
              <a:rPr lang="tr-TR" dirty="0" err="1"/>
              <a:t>just</a:t>
            </a:r>
            <a:r>
              <a:rPr lang="tr-TR" dirty="0"/>
              <a:t> </a:t>
            </a:r>
            <a:r>
              <a:rPr lang="tr-TR" dirty="0" err="1"/>
              <a:t>changed</a:t>
            </a:r>
            <a:r>
              <a:rPr lang="tr-TR" dirty="0"/>
              <a:t> </a:t>
            </a:r>
            <a:r>
              <a:rPr lang="tr-TR" dirty="0" err="1"/>
              <a:t>our</a:t>
            </a:r>
            <a:r>
              <a:rPr lang="tr-TR" dirty="0"/>
              <a:t> </a:t>
            </a:r>
            <a:r>
              <a:rPr lang="tr-TR" dirty="0" err="1"/>
              <a:t>eating</a:t>
            </a:r>
            <a:r>
              <a:rPr lang="tr-TR" dirty="0"/>
              <a:t> </a:t>
            </a:r>
            <a:r>
              <a:rPr lang="tr-TR" dirty="0" err="1"/>
              <a:t>habits</a:t>
            </a:r>
            <a:r>
              <a:rPr lang="tr-TR" dirty="0"/>
              <a:t>. People </a:t>
            </a:r>
            <a:r>
              <a:rPr lang="tr-TR" dirty="0" err="1"/>
              <a:t>have</a:t>
            </a:r>
            <a:r>
              <a:rPr lang="tr-TR" dirty="0"/>
              <a:t> </a:t>
            </a:r>
            <a:r>
              <a:rPr lang="tr-TR" dirty="0" err="1"/>
              <a:t>less</a:t>
            </a:r>
            <a:r>
              <a:rPr lang="tr-TR" dirty="0"/>
              <a:t> time </a:t>
            </a:r>
            <a:r>
              <a:rPr lang="tr-TR" dirty="0" err="1"/>
              <a:t>than</a:t>
            </a:r>
            <a:r>
              <a:rPr lang="tr-TR" dirty="0"/>
              <a:t> </a:t>
            </a:r>
            <a:r>
              <a:rPr lang="tr-TR" dirty="0" err="1"/>
              <a:t>before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cook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/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prepare</a:t>
            </a:r>
            <a:r>
              <a:rPr lang="tr-TR" dirty="0"/>
              <a:t> </a:t>
            </a:r>
            <a:r>
              <a:rPr lang="tr-TR" dirty="0" err="1"/>
              <a:t>our</a:t>
            </a:r>
            <a:r>
              <a:rPr lang="tr-TR" dirty="0"/>
              <a:t> </a:t>
            </a:r>
            <a:r>
              <a:rPr lang="tr-TR" dirty="0" err="1"/>
              <a:t>meals</a:t>
            </a:r>
            <a:r>
              <a:rPr lang="tr-TR" dirty="0"/>
              <a:t>. </a:t>
            </a:r>
            <a:r>
              <a:rPr lang="tr-TR" dirty="0" err="1"/>
              <a:t>So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issue</a:t>
            </a:r>
            <a:r>
              <a:rPr lang="tr-TR" dirty="0"/>
              <a:t> </a:t>
            </a:r>
            <a:r>
              <a:rPr lang="tr-TR" dirty="0" err="1"/>
              <a:t>directs</a:t>
            </a:r>
            <a:r>
              <a:rPr lang="tr-TR" dirty="0"/>
              <a:t> </a:t>
            </a:r>
            <a:r>
              <a:rPr lang="tr-TR" dirty="0" err="1"/>
              <a:t>many</a:t>
            </a:r>
            <a:r>
              <a:rPr lang="tr-TR" dirty="0"/>
              <a:t> </a:t>
            </a:r>
            <a:r>
              <a:rPr lang="tr-TR" dirty="0" err="1"/>
              <a:t>people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order</a:t>
            </a:r>
            <a:r>
              <a:rPr lang="tr-TR" dirty="0"/>
              <a:t> </a:t>
            </a:r>
            <a:r>
              <a:rPr lang="tr-TR" dirty="0" err="1"/>
              <a:t>food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outside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especially</a:t>
            </a:r>
            <a:r>
              <a:rPr lang="tr-TR" dirty="0"/>
              <a:t>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order</a:t>
            </a:r>
            <a:r>
              <a:rPr lang="tr-TR" dirty="0"/>
              <a:t> </a:t>
            </a:r>
            <a:r>
              <a:rPr lang="tr-TR" dirty="0" err="1"/>
              <a:t>fast</a:t>
            </a:r>
            <a:r>
              <a:rPr lang="tr-TR" dirty="0"/>
              <a:t> </a:t>
            </a:r>
            <a:r>
              <a:rPr lang="tr-TR" dirty="0" err="1"/>
              <a:t>food</a:t>
            </a:r>
            <a:r>
              <a:rPr lang="tr-TR" dirty="0"/>
              <a:t> </a:t>
            </a:r>
            <a:r>
              <a:rPr lang="tr-TR" dirty="0" err="1"/>
              <a:t>which</a:t>
            </a:r>
            <a:r>
              <a:rPr lang="tr-TR" dirty="0"/>
              <a:t> </a:t>
            </a:r>
            <a:r>
              <a:rPr lang="tr-TR" dirty="0" err="1"/>
              <a:t>includes</a:t>
            </a:r>
            <a:r>
              <a:rPr lang="tr-TR" dirty="0"/>
              <a:t> </a:t>
            </a:r>
            <a:r>
              <a:rPr lang="tr-TR" dirty="0" err="1"/>
              <a:t>alot</a:t>
            </a:r>
            <a:r>
              <a:rPr lang="tr-TR" dirty="0"/>
              <a:t> of trans </a:t>
            </a:r>
            <a:r>
              <a:rPr lang="tr-TR" dirty="0" err="1"/>
              <a:t>fat</a:t>
            </a:r>
            <a:r>
              <a:rPr lang="tr-TR" dirty="0"/>
              <a:t>, </a:t>
            </a:r>
            <a:r>
              <a:rPr lang="tr-TR" dirty="0" err="1"/>
              <a:t>high</a:t>
            </a:r>
            <a:r>
              <a:rPr lang="tr-TR" dirty="0"/>
              <a:t> </a:t>
            </a:r>
            <a:r>
              <a:rPr lang="tr-TR" dirty="0" err="1"/>
              <a:t>sugar</a:t>
            </a:r>
            <a:r>
              <a:rPr lang="tr-TR" dirty="0"/>
              <a:t>, </a:t>
            </a:r>
            <a:r>
              <a:rPr lang="tr-TR" dirty="0" err="1"/>
              <a:t>low</a:t>
            </a:r>
            <a:r>
              <a:rPr lang="tr-TR" dirty="0"/>
              <a:t> </a:t>
            </a:r>
            <a:r>
              <a:rPr lang="tr-TR" dirty="0" err="1"/>
              <a:t>fibers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alot</a:t>
            </a:r>
            <a:r>
              <a:rPr lang="tr-TR" dirty="0"/>
              <a:t>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unhealthy</a:t>
            </a:r>
            <a:r>
              <a:rPr lang="tr-TR" dirty="0"/>
              <a:t> </a:t>
            </a:r>
            <a:r>
              <a:rPr lang="tr-TR" dirty="0" err="1"/>
              <a:t>things</a:t>
            </a:r>
            <a:r>
              <a:rPr lang="tr-TR" dirty="0"/>
              <a:t>.</a:t>
            </a:r>
          </a:p>
          <a:p>
            <a:r>
              <a:rPr lang="tr-TR" dirty="0" err="1"/>
              <a:t>Therefore</a:t>
            </a:r>
            <a:r>
              <a:rPr lang="tr-TR" dirty="0"/>
              <a:t>; </a:t>
            </a:r>
            <a:r>
              <a:rPr lang="tr-TR" dirty="0" err="1"/>
              <a:t>our</a:t>
            </a:r>
            <a:r>
              <a:rPr lang="tr-TR" dirty="0"/>
              <a:t> </a:t>
            </a:r>
            <a:r>
              <a:rPr lang="tr-TR" dirty="0" err="1"/>
              <a:t>motivation</a:t>
            </a:r>
            <a:r>
              <a:rPr lang="tr-TR" dirty="0"/>
              <a:t> can be </a:t>
            </a:r>
            <a:r>
              <a:rPr lang="tr-TR" dirty="0" err="1"/>
              <a:t>explained</a:t>
            </a:r>
            <a:r>
              <a:rPr lang="tr-TR" dirty="0"/>
              <a:t> in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part</a:t>
            </a:r>
            <a:r>
              <a:rPr lang="tr-TR" dirty="0"/>
              <a:t>:</a:t>
            </a:r>
            <a:endParaRPr lang="tr-TR">
              <a:cs typeface="Arial"/>
            </a:endParaRPr>
          </a:p>
          <a:p>
            <a:pPr marL="45720" indent="0">
              <a:buNone/>
            </a:pPr>
            <a:r>
              <a:rPr lang="tr-TR" dirty="0"/>
              <a:t>   </a:t>
            </a:r>
            <a:r>
              <a:rPr lang="tr-TR" dirty="0" err="1"/>
              <a:t>Analyze</a:t>
            </a:r>
            <a:r>
              <a:rPr lang="tr-TR" dirty="0"/>
              <a:t>, </a:t>
            </a:r>
            <a:r>
              <a:rPr lang="tr-TR" dirty="0" err="1"/>
              <a:t>Calculate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Preditc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a </a:t>
            </a:r>
            <a:r>
              <a:rPr lang="tr-TR" dirty="0" err="1"/>
              <a:t>person</a:t>
            </a:r>
            <a:r>
              <a:rPr lang="tr-TR" dirty="0"/>
              <a:t> is </a:t>
            </a:r>
            <a:r>
              <a:rPr lang="tr-TR" dirty="0" err="1"/>
              <a:t>obese</a:t>
            </a:r>
            <a:r>
              <a:rPr lang="tr-TR" dirty="0"/>
              <a:t> </a:t>
            </a:r>
            <a:r>
              <a:rPr lang="tr-TR" dirty="0" err="1"/>
              <a:t>or</a:t>
            </a:r>
            <a:r>
              <a:rPr lang="tr-TR" dirty="0"/>
              <a:t> </a:t>
            </a:r>
            <a:r>
              <a:rPr lang="tr-TR" dirty="0" err="1"/>
              <a:t>non-obese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given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dataset</a:t>
            </a:r>
            <a:r>
              <a:rPr lang="tr-TR" dirty="0"/>
              <a:t>.</a:t>
            </a:r>
            <a:endParaRPr lang="tr-TR">
              <a:cs typeface="Arial"/>
            </a:endParaRPr>
          </a:p>
          <a:p>
            <a:pPr marL="45720" indent="0">
              <a:buNone/>
            </a:pPr>
            <a:endParaRPr lang="tr-TR" dirty="0">
              <a:cs typeface="Arial"/>
            </a:endParaRPr>
          </a:p>
          <a:p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project</a:t>
            </a:r>
            <a:r>
              <a:rPr lang="tr-TR" dirty="0"/>
              <a:t> </a:t>
            </a:r>
            <a:r>
              <a:rPr lang="tr-TR" dirty="0" err="1"/>
              <a:t>our</a:t>
            </a:r>
            <a:r>
              <a:rPr lang="tr-TR" dirty="0"/>
              <a:t> main </a:t>
            </a:r>
            <a:r>
              <a:rPr lang="tr-TR" dirty="0" err="1"/>
              <a:t>dataset</a:t>
            </a:r>
            <a:r>
              <a:rPr lang="tr-TR" dirty="0"/>
              <a:t> is:</a:t>
            </a:r>
            <a:endParaRPr lang="tr-TR" dirty="0">
              <a:cs typeface="Arial"/>
            </a:endParaRPr>
          </a:p>
          <a:p>
            <a:pPr marL="45720" indent="0">
              <a:buNone/>
            </a:pPr>
            <a:r>
              <a:rPr lang="en-US" dirty="0"/>
              <a:t>detailed_meals_macros_.csv (meal macros + demographics + activity + preferences).</a:t>
            </a:r>
            <a:r>
              <a:rPr lang="tr-TR" dirty="0"/>
              <a:t> </a:t>
            </a:r>
            <a:endParaRPr lang="en-US">
              <a:cs typeface="Arial"/>
            </a:endParaRPr>
          </a:p>
          <a:p>
            <a:r>
              <a:rPr lang="tr-TR" dirty="0" err="1"/>
              <a:t>Our</a:t>
            </a:r>
            <a:r>
              <a:rPr lang="tr-TR" dirty="0"/>
              <a:t> main </a:t>
            </a:r>
            <a:r>
              <a:rPr lang="tr-TR" dirty="0" err="1"/>
              <a:t>targeted</a:t>
            </a:r>
            <a:r>
              <a:rPr lang="tr-TR" dirty="0"/>
              <a:t> </a:t>
            </a:r>
            <a:r>
              <a:rPr lang="tr-TR" dirty="0" err="1"/>
              <a:t>people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: </a:t>
            </a:r>
            <a:r>
              <a:rPr lang="en-US" dirty="0"/>
              <a:t>Obesity label derived from BMI threshold (default BMI ≥ 30).</a:t>
            </a:r>
            <a:endParaRPr lang="en-US" dirty="0">
              <a:cs typeface="Arial"/>
            </a:endParaRPr>
          </a:p>
          <a:p>
            <a:pPr marL="45720" indent="0">
              <a:buNone/>
            </a:pPr>
            <a:endParaRPr lang="tr-TR"/>
          </a:p>
          <a:p>
            <a:pPr marL="45720" indent="0">
              <a:buNone/>
            </a:pPr>
            <a:endParaRPr lang="tr-TR"/>
          </a:p>
          <a:p>
            <a:pPr marL="45720" indent="0">
              <a:buNone/>
            </a:pPr>
            <a:endParaRPr lang="tr-TR"/>
          </a:p>
          <a:p>
            <a:pPr marL="45720" indent="0">
              <a:buNone/>
            </a:pPr>
            <a:endParaRPr lang="tr-TR"/>
          </a:p>
          <a:p>
            <a:pPr marL="45720" indent="0">
              <a:buNone/>
            </a:pP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5211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7315200" cy="588141"/>
          </a:xfrm>
        </p:spPr>
        <p:txBody>
          <a:bodyPr>
            <a:normAutofit fontScale="90000"/>
          </a:bodyPr>
          <a:lstStyle/>
          <a:p>
            <a:r>
              <a:rPr lang="tr-TR"/>
              <a:t>Methodology &amp;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52737"/>
            <a:ext cx="7315200" cy="5256624"/>
          </a:xfrm>
        </p:spPr>
        <p:txBody>
          <a:bodyPr/>
          <a:lstStyle/>
          <a:p>
            <a:r>
              <a:rPr lang="en-US"/>
              <a:t>Data cleaning</a:t>
            </a:r>
          </a:p>
          <a:p>
            <a:pPr lvl="1"/>
            <a:r>
              <a:rPr lang="en-US"/>
              <a:t>Standardized column names, removed duplicates</a:t>
            </a:r>
          </a:p>
          <a:p>
            <a:pPr lvl="1"/>
            <a:r>
              <a:rPr lang="en-US"/>
              <a:t>Handled missing values (BMI-critical fields + numeric median fill)</a:t>
            </a:r>
          </a:p>
          <a:p>
            <a:r>
              <a:rPr lang="tr-TR"/>
              <a:t> </a:t>
            </a:r>
            <a:r>
              <a:rPr lang="en-US"/>
              <a:t>Feature engineering</a:t>
            </a:r>
          </a:p>
          <a:p>
            <a:pPr lvl="1"/>
            <a:r>
              <a:rPr lang="en-US"/>
              <a:t>Computed B</a:t>
            </a:r>
            <a:r>
              <a:rPr lang="tr-TR"/>
              <a:t>(ody).</a:t>
            </a:r>
            <a:r>
              <a:rPr lang="en-US"/>
              <a:t>M</a:t>
            </a:r>
            <a:r>
              <a:rPr lang="tr-TR"/>
              <a:t>(ass).</a:t>
            </a:r>
            <a:r>
              <a:rPr lang="en-US"/>
              <a:t>I</a:t>
            </a:r>
            <a:r>
              <a:rPr lang="tr-TR"/>
              <a:t>(ndex)</a:t>
            </a:r>
            <a:r>
              <a:rPr lang="en-US"/>
              <a:t> from height/weight</a:t>
            </a:r>
            <a:r>
              <a:rPr lang="tr-TR"/>
              <a:t> </a:t>
            </a:r>
          </a:p>
          <a:p>
            <a:pPr marL="320040" lvl="1" indent="0">
              <a:buNone/>
            </a:pPr>
            <a:r>
              <a:rPr lang="tr-TR"/>
              <a:t>(BMI = </a:t>
            </a:r>
            <a:r>
              <a:rPr lang="en-US" b="1"/>
              <a:t>weight (kg) / [height (m)]²</a:t>
            </a:r>
            <a:endParaRPr lang="en-US"/>
          </a:p>
          <a:p>
            <a:pPr lvl="1"/>
            <a:r>
              <a:rPr lang="en-US"/>
              <a:t>Created binary obesity label</a:t>
            </a:r>
            <a:endParaRPr lang="tr-TR"/>
          </a:p>
          <a:p>
            <a:pPr marL="320040" lvl="1" indent="0">
              <a:buNone/>
            </a:pPr>
            <a:r>
              <a:rPr lang="tr-TR"/>
              <a:t>(0 is for non-obese and 1 is for obese)</a:t>
            </a:r>
          </a:p>
          <a:p>
            <a:r>
              <a:rPr lang="en-US"/>
              <a:t>Feature preparation</a:t>
            </a:r>
          </a:p>
          <a:p>
            <a:pPr lvl="1"/>
            <a:r>
              <a:rPr lang="en-US"/>
              <a:t>One-hot encoded categorical variables</a:t>
            </a:r>
          </a:p>
          <a:p>
            <a:pPr lvl="1"/>
            <a:r>
              <a:rPr lang="en-US"/>
              <a:t>Standardized numeric features</a:t>
            </a:r>
            <a:endParaRPr lang="tr-TR"/>
          </a:p>
          <a:p>
            <a:r>
              <a:rPr lang="en-US"/>
              <a:t>Modeling approach</a:t>
            </a:r>
          </a:p>
          <a:p>
            <a:pPr lvl="1"/>
            <a:r>
              <a:rPr lang="en-US"/>
              <a:t>Baseline: Logistic Regression for interpretable classification</a:t>
            </a:r>
          </a:p>
          <a:p>
            <a:pPr lvl="1"/>
            <a:r>
              <a:rPr lang="en-US"/>
              <a:t>Compared with other classifiers in the project (KNN, Decision Tree,</a:t>
            </a:r>
            <a:r>
              <a:rPr lang="tr-TR"/>
              <a:t> Naive Bayes, Random forest</a:t>
            </a:r>
            <a:r>
              <a:rPr lang="en-US"/>
              <a:t> etc.)</a:t>
            </a:r>
          </a:p>
          <a:p>
            <a:pPr marL="320040" lvl="1" indent="0">
              <a:buNone/>
            </a:pPr>
            <a:endParaRPr lang="tr-TR"/>
          </a:p>
          <a:p>
            <a:pPr marL="320040" lvl="1" indent="0">
              <a:buNone/>
            </a:pPr>
            <a:endParaRPr lang="tr-TR"/>
          </a:p>
          <a:p>
            <a:pPr marL="320040" lvl="1" indent="0">
              <a:buNone/>
            </a:pPr>
            <a:endParaRPr lang="en-US"/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5683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188641"/>
            <a:ext cx="7315200" cy="648072"/>
          </a:xfrm>
        </p:spPr>
        <p:txBody>
          <a:bodyPr>
            <a:normAutofit/>
          </a:bodyPr>
          <a:lstStyle/>
          <a:p>
            <a:r>
              <a:rPr lang="tr-TR" sz="2800"/>
              <a:t>Experiment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80729"/>
            <a:ext cx="7315200" cy="5328632"/>
          </a:xfrm>
        </p:spPr>
        <p:txBody>
          <a:bodyPr/>
          <a:lstStyle/>
          <a:p>
            <a:r>
              <a:rPr lang="tr-TR"/>
              <a:t> Preparition setup:</a:t>
            </a:r>
          </a:p>
          <a:p>
            <a:pPr lvl="1"/>
            <a:r>
              <a:rPr lang="tr-TR"/>
              <a:t>  We are using these for our project:</a:t>
            </a:r>
          </a:p>
          <a:p>
            <a:pPr lvl="1"/>
            <a:r>
              <a:rPr lang="tr-TR"/>
              <a:t>VS Code</a:t>
            </a:r>
          </a:p>
          <a:p>
            <a:pPr lvl="1"/>
            <a:r>
              <a:rPr lang="tr-TR"/>
              <a:t>Python and Jupyter Notebook</a:t>
            </a:r>
          </a:p>
          <a:p>
            <a:pPr lvl="1"/>
            <a:r>
              <a:rPr lang="tr-TR"/>
              <a:t>Csv (for datasets)</a:t>
            </a:r>
          </a:p>
          <a:p>
            <a:r>
              <a:rPr lang="tr-TR"/>
              <a:t>Experimental setup</a:t>
            </a:r>
          </a:p>
          <a:p>
            <a:pPr lvl="1"/>
            <a:r>
              <a:rPr lang="tr-TR"/>
              <a:t>Train/test split (e.g., 80/20) with stratification</a:t>
            </a:r>
          </a:p>
          <a:p>
            <a:pPr lvl="1"/>
            <a:r>
              <a:rPr lang="tr-TR"/>
              <a:t>StandardScaler applied to numeric features</a:t>
            </a:r>
          </a:p>
          <a:p>
            <a:pPr lvl="1"/>
            <a:r>
              <a:rPr lang="tr-TR"/>
              <a:t>LogisticRegression with max_iter=1000</a:t>
            </a:r>
          </a:p>
          <a:p>
            <a:r>
              <a:rPr lang="tr-TR"/>
              <a:t>Evaluation metrics</a:t>
            </a:r>
          </a:p>
          <a:p>
            <a:pPr lvl="1"/>
            <a:r>
              <a:rPr lang="tr-TR"/>
              <a:t>Accuracy</a:t>
            </a:r>
          </a:p>
          <a:p>
            <a:pPr lvl="1"/>
            <a:r>
              <a:rPr lang="tr-TR"/>
              <a:t>Confusion matrix</a:t>
            </a:r>
          </a:p>
          <a:p>
            <a:pPr lvl="1"/>
            <a:r>
              <a:rPr lang="tr-TR"/>
              <a:t>Precision/Recall/F1 (classification report)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68342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223DF-070C-622F-8248-D54C67FA5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76" y="199384"/>
            <a:ext cx="8259717" cy="497044"/>
          </a:xfrm>
        </p:spPr>
        <p:txBody>
          <a:bodyPr>
            <a:normAutofit fontScale="90000"/>
          </a:bodyPr>
          <a:lstStyle/>
          <a:p>
            <a:r>
              <a:rPr lang="en-US" sz="3600">
                <a:cs typeface="Arial"/>
              </a:rPr>
              <a:t>Exploratory Data Analysis and Data Snippet</a:t>
            </a:r>
          </a:p>
        </p:txBody>
      </p:sp>
      <p:pic>
        <p:nvPicPr>
          <p:cNvPr id="9" name="Content Placeholder 8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6FAB47E7-9808-92E2-902F-6E1D2D7E4E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31" y="697255"/>
            <a:ext cx="4556147" cy="41360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5160A5-85A9-0A1F-930B-B2FB82ADA01E}"/>
              </a:ext>
            </a:extLst>
          </p:cNvPr>
          <p:cNvSpPr txBox="1"/>
          <p:nvPr/>
        </p:nvSpPr>
        <p:spPr>
          <a:xfrm>
            <a:off x="286777" y="4836381"/>
            <a:ext cx="78867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Features we focused on: </a:t>
            </a:r>
            <a:r>
              <a:rPr lang="en-US">
                <a:ea typeface="+mn-lt"/>
                <a:cs typeface="+mn-lt"/>
              </a:rPr>
              <a:t>Ages, Gender, Height, Weight, Activity Level, Dietary Preference, Daily Calorie Target, Protein, Sugar, Sodium, Calories, Carbohydrates, Fiber, Fat, Carbohydrates, Disease</a:t>
            </a:r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  <p:pic>
        <p:nvPicPr>
          <p:cNvPr id="3" name="Resim 2" descr="metin, ekran görüntüsü içeren bir resim">
            <a:extLst>
              <a:ext uri="{FF2B5EF4-FFF2-40B4-BE49-F238E27FC236}">
                <a16:creationId xmlns:a16="http://schemas.microsoft.com/office/drawing/2014/main" id="{8C16B261-AFB1-C766-0F28-551DFA1CD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266" y="701257"/>
            <a:ext cx="4328001" cy="412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65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F1EC3-D13B-C107-2EAA-AD073BD33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93" y="169008"/>
            <a:ext cx="8834636" cy="750283"/>
          </a:xfrm>
        </p:spPr>
        <p:txBody>
          <a:bodyPr/>
          <a:lstStyle/>
          <a:p>
            <a:r>
              <a:rPr lang="en-US" dirty="0">
                <a:cs typeface="Arial"/>
              </a:rPr>
              <a:t>Statistical Tests &amp; Relevance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2A4DB-6A8B-CDC9-AFB8-A2B9AFD70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05" y="921871"/>
            <a:ext cx="8841480" cy="576392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dirty="0">
                <a:cs typeface="Arial"/>
              </a:rPr>
              <a:t>Tests applied</a:t>
            </a:r>
            <a:endParaRPr lang="tr-TR" dirty="0">
              <a:cs typeface="Arial"/>
            </a:endParaRPr>
          </a:p>
          <a:p>
            <a:pPr marL="45720" indent="0">
              <a:buNone/>
            </a:pPr>
            <a:r>
              <a:rPr lang="en-US" dirty="0">
                <a:cs typeface="Arial"/>
              </a:rPr>
              <a:t>   –Normality checks on key numeric features</a:t>
            </a:r>
          </a:p>
          <a:p>
            <a:pPr marL="45720" indent="0">
              <a:buNone/>
            </a:pPr>
            <a:r>
              <a:rPr lang="en-US" dirty="0">
                <a:cs typeface="Arial"/>
              </a:rPr>
              <a:t>   –T-test/ANOVA to compare macro averages across obesity groups</a:t>
            </a:r>
            <a:endParaRPr lang="en-US" dirty="0"/>
          </a:p>
          <a:p>
            <a:pPr marL="45720" indent="0">
              <a:buNone/>
            </a:pPr>
            <a:r>
              <a:rPr lang="en-US" dirty="0">
                <a:cs typeface="Arial"/>
              </a:rPr>
              <a:t>   –Chi-square tests for categorical associations (activity level vs. obesity)</a:t>
            </a:r>
            <a:endParaRPr lang="en-US" dirty="0"/>
          </a:p>
          <a:p>
            <a:pPr marL="45720" indent="0">
              <a:buNone/>
            </a:pPr>
            <a:r>
              <a:rPr lang="en-US" dirty="0">
                <a:cs typeface="Arial"/>
              </a:rPr>
              <a:t>   --PCA and Hypothesis Testing and more other test.</a:t>
            </a:r>
          </a:p>
          <a:p>
            <a:pPr marL="45720" indent="0">
              <a:buNone/>
            </a:pPr>
            <a:endParaRPr lang="en-US" dirty="0">
              <a:cs typeface="Arial"/>
            </a:endParaRPr>
          </a:p>
          <a:p>
            <a:pPr marL="45720" indent="0">
              <a:buNone/>
            </a:pPr>
            <a:endParaRPr lang="en-US" dirty="0">
              <a:cs typeface="Arial"/>
            </a:endParaRPr>
          </a:p>
          <a:p>
            <a:pPr marL="45720" indent="0">
              <a:buNone/>
            </a:pPr>
            <a:endParaRPr lang="en-US" dirty="0">
              <a:cs typeface="Arial"/>
            </a:endParaRPr>
          </a:p>
          <a:p>
            <a:pPr>
              <a:buFont typeface="Arial" charset="2"/>
              <a:buChar char="•"/>
            </a:pPr>
            <a:endParaRPr lang="en-US" dirty="0">
              <a:cs typeface="Arial"/>
            </a:endParaRPr>
          </a:p>
        </p:txBody>
      </p:sp>
      <p:pic>
        <p:nvPicPr>
          <p:cNvPr id="4" name="Resim 3" descr="metin, ekran görüntüsü, diyagram, dikdörtge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0A9871B-024E-511A-8D03-6FDC7D0F9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8" y="2890868"/>
            <a:ext cx="4491419" cy="3803229"/>
          </a:xfrm>
          <a:prstGeom prst="rect">
            <a:avLst/>
          </a:prstGeom>
        </p:spPr>
      </p:pic>
      <p:pic>
        <p:nvPicPr>
          <p:cNvPr id="6" name="İçerik Yer Tutucusu 3" descr="metin, ekran görüntüsü, diyagram, ekran, görüntülem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CF62910-1EF9-5391-A129-63055A01F3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5" t="6785" r="1917" b="2222"/>
          <a:stretch>
            <a:fillRect/>
          </a:stretch>
        </p:blipFill>
        <p:spPr>
          <a:xfrm>
            <a:off x="4567261" y="2967498"/>
            <a:ext cx="4460290" cy="364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389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A77F-DEA2-8911-9FEE-7C2C6737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988" y="228885"/>
            <a:ext cx="7664259" cy="633715"/>
          </a:xfrm>
        </p:spPr>
        <p:txBody>
          <a:bodyPr>
            <a:noAutofit/>
          </a:bodyPr>
          <a:lstStyle/>
          <a:p>
            <a:r>
              <a:rPr lang="en-US" sz="2800" dirty="0">
                <a:cs typeface="Arial"/>
              </a:rPr>
              <a:t>Model Comparison for Classification Algorithms</a:t>
            </a:r>
            <a:endParaRPr lang="tr-TR" sz="2800" dirty="0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64C57-F0C4-1777-4BFD-AB1CB3977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33" y="846582"/>
            <a:ext cx="7794303" cy="57981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Arial"/>
              </a:rPr>
              <a:t> We used these models:</a:t>
            </a:r>
          </a:p>
          <a:p>
            <a:pPr marL="45720" indent="0">
              <a:buNone/>
            </a:pPr>
            <a:r>
              <a:rPr lang="en-US" dirty="0">
                <a:cs typeface="Arial"/>
              </a:rPr>
              <a:t>  *KNN</a:t>
            </a:r>
          </a:p>
          <a:p>
            <a:pPr marL="45720" indent="0">
              <a:buNone/>
            </a:pPr>
            <a:r>
              <a:rPr lang="en-US" dirty="0">
                <a:cs typeface="Arial"/>
              </a:rPr>
              <a:t>  *Naïve Bayes</a:t>
            </a:r>
          </a:p>
          <a:p>
            <a:pPr marL="45720" indent="0">
              <a:buNone/>
            </a:pPr>
            <a:r>
              <a:rPr lang="en-US" dirty="0">
                <a:cs typeface="Arial"/>
              </a:rPr>
              <a:t>  *</a:t>
            </a:r>
            <a:r>
              <a:rPr lang="en-US" err="1">
                <a:cs typeface="Arial"/>
              </a:rPr>
              <a:t>RandomForest</a:t>
            </a:r>
            <a:endParaRPr lang="en-US">
              <a:cs typeface="Arial"/>
            </a:endParaRPr>
          </a:p>
          <a:p>
            <a:pPr marL="45720" indent="0">
              <a:buNone/>
            </a:pPr>
            <a:r>
              <a:rPr lang="en-US" dirty="0">
                <a:cs typeface="Arial"/>
              </a:rPr>
              <a:t>  *Support Vector Machine</a:t>
            </a:r>
          </a:p>
          <a:p>
            <a:pPr marL="45720" indent="0">
              <a:buNone/>
            </a:pPr>
            <a:r>
              <a:rPr lang="en-US" dirty="0">
                <a:cs typeface="Arial"/>
              </a:rPr>
              <a:t>  *Logistic Regression</a:t>
            </a:r>
          </a:p>
          <a:p>
            <a:pPr marL="45720" indent="0">
              <a:buNone/>
            </a:pPr>
            <a:endParaRPr lang="en-US" dirty="0">
              <a:cs typeface="Arial"/>
            </a:endParaRPr>
          </a:p>
          <a:p>
            <a:pPr marL="45720" indent="0">
              <a:buNone/>
            </a:pPr>
            <a:endParaRPr lang="en-US" dirty="0">
              <a:cs typeface="Arial"/>
            </a:endParaRPr>
          </a:p>
        </p:txBody>
      </p:sp>
      <p:pic>
        <p:nvPicPr>
          <p:cNvPr id="4" name="Resim 3" descr="metin, ekran görüntüsü, yazılım, multimedya yazılımı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BFFF32D-AF18-A483-2163-D67D80116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822" y="1115622"/>
            <a:ext cx="3503255" cy="2867768"/>
          </a:xfrm>
          <a:prstGeom prst="rect">
            <a:avLst/>
          </a:prstGeom>
        </p:spPr>
      </p:pic>
      <p:pic>
        <p:nvPicPr>
          <p:cNvPr id="5" name="Resim 4" descr="metin, ekran görüntüsü, yazılım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956FB3E-B433-BA83-AB7E-92F9019E1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21" y="3743837"/>
            <a:ext cx="6904164" cy="296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80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3950C-9DA6-F8E6-547B-31F78C5CF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82" y="113866"/>
            <a:ext cx="8348690" cy="842358"/>
          </a:xfrm>
        </p:spPr>
        <p:txBody>
          <a:bodyPr>
            <a:normAutofit/>
          </a:bodyPr>
          <a:lstStyle/>
          <a:p>
            <a:r>
              <a:rPr lang="en-US" dirty="0">
                <a:cs typeface="Arial"/>
              </a:rPr>
              <a:t>          Summary &amp; Conclusion</a:t>
            </a:r>
            <a:endParaRPr lang="tr-TR" dirty="0"/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FE177051-28BD-2D86-BFE1-C7819F456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101" y="1154577"/>
            <a:ext cx="8362379" cy="515478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spcBef>
                <a:spcPts val="20"/>
              </a:spcBef>
            </a:pP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We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built</a:t>
            </a:r>
            <a:r>
              <a:rPr lang="tr-TR" dirty="0">
                <a:cs typeface="Arial"/>
              </a:rPr>
              <a:t> a </a:t>
            </a:r>
            <a:r>
              <a:rPr lang="tr-TR" dirty="0" err="1">
                <a:cs typeface="Arial"/>
              </a:rPr>
              <a:t>full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obesity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classification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pipeline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using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demographic</a:t>
            </a:r>
            <a:r>
              <a:rPr lang="tr-TR" dirty="0">
                <a:cs typeface="Arial"/>
              </a:rPr>
              <a:t>, </a:t>
            </a:r>
            <a:r>
              <a:rPr lang="tr-TR" dirty="0" err="1">
                <a:cs typeface="Arial"/>
              </a:rPr>
              <a:t>lifestyle</a:t>
            </a:r>
            <a:r>
              <a:rPr lang="tr-TR" dirty="0">
                <a:cs typeface="Arial"/>
              </a:rPr>
              <a:t>, </a:t>
            </a:r>
            <a:r>
              <a:rPr lang="tr-TR" dirty="0" err="1">
                <a:cs typeface="Arial"/>
              </a:rPr>
              <a:t>and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nutrition</a:t>
            </a:r>
            <a:r>
              <a:rPr lang="tr-TR" dirty="0">
                <a:cs typeface="Arial"/>
              </a:rPr>
              <a:t>/</a:t>
            </a:r>
            <a:r>
              <a:rPr lang="tr-TR" dirty="0" err="1">
                <a:cs typeface="Arial"/>
              </a:rPr>
              <a:t>macro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variables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from</a:t>
            </a:r>
            <a:r>
              <a:rPr lang="tr-TR" dirty="0">
                <a:cs typeface="Arial"/>
              </a:rPr>
              <a:t> "detailed_meals_macros_.csv."</a:t>
            </a:r>
          </a:p>
          <a:p>
            <a:pPr>
              <a:spcBef>
                <a:spcPts val="20"/>
              </a:spcBef>
            </a:pPr>
            <a:r>
              <a:rPr lang="tr-TR" dirty="0" err="1">
                <a:cs typeface="Arial"/>
              </a:rPr>
              <a:t>Obesity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was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defined</a:t>
            </a:r>
            <a:r>
              <a:rPr lang="tr-TR" dirty="0">
                <a:cs typeface="Arial"/>
              </a:rPr>
              <a:t> as a </a:t>
            </a:r>
            <a:r>
              <a:rPr lang="tr-TR" dirty="0" err="1">
                <a:cs typeface="Arial"/>
              </a:rPr>
              <a:t>binary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outcome</a:t>
            </a:r>
            <a:r>
              <a:rPr lang="tr-TR" dirty="0">
                <a:cs typeface="Arial"/>
              </a:rPr>
              <a:t> (</a:t>
            </a:r>
            <a:r>
              <a:rPr lang="tr-TR" dirty="0" err="1">
                <a:cs typeface="Arial"/>
              </a:rPr>
              <a:t>obese</a:t>
            </a:r>
            <a:r>
              <a:rPr lang="tr-TR" dirty="0">
                <a:cs typeface="Arial"/>
              </a:rPr>
              <a:t> vs. </a:t>
            </a:r>
            <a:r>
              <a:rPr lang="tr-TR" dirty="0" err="1">
                <a:cs typeface="Arial"/>
              </a:rPr>
              <a:t>non-obese</a:t>
            </a:r>
            <a:r>
              <a:rPr lang="tr-TR" dirty="0">
                <a:cs typeface="Arial"/>
              </a:rPr>
              <a:t>) </a:t>
            </a:r>
            <a:r>
              <a:rPr lang="tr-TR" dirty="0" err="1">
                <a:cs typeface="Arial"/>
              </a:rPr>
              <a:t>using</a:t>
            </a:r>
            <a:r>
              <a:rPr lang="tr-TR" dirty="0">
                <a:cs typeface="Arial"/>
              </a:rPr>
              <a:t> a BMI-</a:t>
            </a:r>
            <a:r>
              <a:rPr lang="tr-TR" dirty="0" err="1">
                <a:cs typeface="Arial"/>
              </a:rPr>
              <a:t>based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label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derived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during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preprocessing</a:t>
            </a:r>
            <a:r>
              <a:rPr lang="tr-TR" dirty="0">
                <a:cs typeface="Arial"/>
              </a:rPr>
              <a:t>.</a:t>
            </a:r>
            <a:endParaRPr lang="tr-TR" dirty="0"/>
          </a:p>
          <a:p>
            <a:pPr>
              <a:spcBef>
                <a:spcPts val="20"/>
              </a:spcBef>
            </a:pPr>
            <a:r>
              <a:rPr lang="tr-TR" dirty="0" err="1">
                <a:cs typeface="Arial"/>
              </a:rPr>
              <a:t>After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cleaning</a:t>
            </a:r>
            <a:r>
              <a:rPr lang="tr-TR" dirty="0">
                <a:cs typeface="Arial"/>
              </a:rPr>
              <a:t>, </a:t>
            </a:r>
            <a:r>
              <a:rPr lang="tr-TR" dirty="0" err="1">
                <a:cs typeface="Arial"/>
              </a:rPr>
              <a:t>encoding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categorical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features</a:t>
            </a:r>
            <a:r>
              <a:rPr lang="tr-TR" dirty="0">
                <a:cs typeface="Arial"/>
              </a:rPr>
              <a:t>, </a:t>
            </a:r>
            <a:r>
              <a:rPr lang="tr-TR" dirty="0" err="1">
                <a:cs typeface="Arial"/>
              </a:rPr>
              <a:t>and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scaling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numeric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variables</a:t>
            </a:r>
            <a:r>
              <a:rPr lang="tr-TR" dirty="0">
                <a:cs typeface="Arial"/>
              </a:rPr>
              <a:t>, </a:t>
            </a:r>
            <a:r>
              <a:rPr lang="tr-TR" dirty="0" err="1">
                <a:cs typeface="Arial"/>
              </a:rPr>
              <a:t>we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trained</a:t>
            </a:r>
            <a:r>
              <a:rPr lang="tr-TR" dirty="0">
                <a:cs typeface="Arial"/>
              </a:rPr>
              <a:t> on </a:t>
            </a:r>
            <a:r>
              <a:rPr lang="tr-TR" dirty="0" err="1">
                <a:cs typeface="Arial"/>
              </a:rPr>
              <a:t>different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models</a:t>
            </a:r>
            <a:r>
              <a:rPr lang="tr-TR" dirty="0">
                <a:cs typeface="Arial"/>
              </a:rPr>
              <a:t>.</a:t>
            </a:r>
            <a:endParaRPr lang="tr-TR" dirty="0"/>
          </a:p>
          <a:p>
            <a:pPr>
              <a:spcBef>
                <a:spcPts val="20"/>
              </a:spcBef>
            </a:pPr>
            <a:r>
              <a:rPr lang="tr-TR" dirty="0" err="1">
                <a:cs typeface="Arial"/>
              </a:rPr>
              <a:t>When</a:t>
            </a:r>
            <a:r>
              <a:rPr lang="tr-TR" dirty="0">
                <a:cs typeface="Arial"/>
              </a:rPr>
              <a:t> a model </a:t>
            </a:r>
            <a:r>
              <a:rPr lang="tr-TR" dirty="0" err="1">
                <a:cs typeface="Arial"/>
              </a:rPr>
              <a:t>achieved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certain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percentage</a:t>
            </a:r>
            <a:r>
              <a:rPr lang="tr-TR" dirty="0">
                <a:cs typeface="Arial"/>
              </a:rPr>
              <a:t> accuracy </a:t>
            </a:r>
            <a:r>
              <a:rPr lang="tr-TR" dirty="0" err="1">
                <a:cs typeface="Arial"/>
              </a:rPr>
              <a:t>with</a:t>
            </a:r>
            <a:r>
              <a:rPr lang="tr-TR" dirty="0">
                <a:cs typeface="Arial"/>
              </a:rPr>
              <a:t> an F1-score of [F1], </a:t>
            </a:r>
            <a:r>
              <a:rPr lang="tr-TR" dirty="0" err="1">
                <a:cs typeface="Arial"/>
              </a:rPr>
              <a:t>showing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that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dietary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and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lifestyle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variables</a:t>
            </a:r>
            <a:r>
              <a:rPr lang="tr-TR" dirty="0">
                <a:cs typeface="Arial"/>
              </a:rPr>
              <a:t> can </a:t>
            </a:r>
            <a:r>
              <a:rPr lang="tr-TR" dirty="0" err="1">
                <a:cs typeface="Arial"/>
              </a:rPr>
              <a:t>reasonably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predict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obesity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status</a:t>
            </a:r>
            <a:r>
              <a:rPr lang="tr-TR" dirty="0">
                <a:cs typeface="Arial"/>
              </a:rPr>
              <a:t>.</a:t>
            </a:r>
          </a:p>
          <a:p>
            <a:pPr>
              <a:spcBef>
                <a:spcPts val="20"/>
              </a:spcBef>
            </a:pPr>
            <a:r>
              <a:rPr lang="tr-TR" dirty="0" err="1">
                <a:cs typeface="Arial"/>
              </a:rPr>
              <a:t>Compared</a:t>
            </a:r>
            <a:r>
              <a:rPr lang="tr-TR" dirty="0">
                <a:cs typeface="Arial"/>
              </a:rPr>
              <a:t> it </a:t>
            </a:r>
            <a:r>
              <a:rPr lang="tr-TR" dirty="0" err="1">
                <a:cs typeface="Arial"/>
              </a:rPr>
              <a:t>to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with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other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classifiers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to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decide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which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one</a:t>
            </a:r>
            <a:r>
              <a:rPr lang="tr-TR" dirty="0">
                <a:cs typeface="Arial"/>
              </a:rPr>
              <a:t> is </a:t>
            </a:r>
            <a:r>
              <a:rPr lang="tr-TR" dirty="0" err="1">
                <a:cs typeface="Arial"/>
              </a:rPr>
              <a:t>the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best</a:t>
            </a:r>
            <a:r>
              <a:rPr lang="tr-TR" dirty="0">
                <a:cs typeface="Arial"/>
              </a:rPr>
              <a:t>.</a:t>
            </a:r>
          </a:p>
          <a:p>
            <a:pPr>
              <a:spcBef>
                <a:spcPts val="20"/>
              </a:spcBef>
            </a:pPr>
            <a:r>
              <a:rPr lang="tr-TR" dirty="0" err="1">
                <a:cs typeface="Arial"/>
              </a:rPr>
              <a:t>Conclusion</a:t>
            </a:r>
            <a:r>
              <a:rPr lang="tr-TR" dirty="0">
                <a:cs typeface="Arial"/>
              </a:rPr>
              <a:t>:</a:t>
            </a:r>
            <a:br>
              <a:rPr lang="tr-TR" dirty="0">
                <a:cs typeface="Arial"/>
              </a:rPr>
            </a:b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Our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results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support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the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hypothesis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that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nutrition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patterns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and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lifestyle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indicators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are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meaningful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predictors</a:t>
            </a:r>
            <a:r>
              <a:rPr lang="tr-TR" dirty="0">
                <a:cs typeface="Arial"/>
              </a:rPr>
              <a:t> of </a:t>
            </a:r>
            <a:r>
              <a:rPr lang="tr-TR" dirty="0" err="1">
                <a:cs typeface="Arial"/>
              </a:rPr>
              <a:t>obesity</a:t>
            </a:r>
            <a:r>
              <a:rPr lang="tr-TR" dirty="0">
                <a:cs typeface="Arial"/>
              </a:rPr>
              <a:t>, </a:t>
            </a:r>
            <a:r>
              <a:rPr lang="tr-TR" dirty="0" err="1">
                <a:cs typeface="Arial"/>
              </a:rPr>
              <a:t>and</a:t>
            </a:r>
            <a:r>
              <a:rPr lang="tr-TR" dirty="0">
                <a:cs typeface="Arial"/>
              </a:rPr>
              <a:t> an </a:t>
            </a:r>
            <a:r>
              <a:rPr lang="tr-TR" dirty="0" err="1">
                <a:cs typeface="Arial"/>
              </a:rPr>
              <a:t>interpretable</a:t>
            </a:r>
            <a:r>
              <a:rPr lang="tr-TR" dirty="0">
                <a:cs typeface="Arial"/>
              </a:rPr>
              <a:t> model </a:t>
            </a:r>
            <a:r>
              <a:rPr lang="tr-TR" dirty="0" err="1">
                <a:cs typeface="Arial"/>
              </a:rPr>
              <a:t>like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Logistic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Regression,KNN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etc</a:t>
            </a:r>
            <a:r>
              <a:rPr lang="tr-TR" dirty="0">
                <a:cs typeface="Arial"/>
              </a:rPr>
              <a:t> can be </a:t>
            </a:r>
            <a:r>
              <a:rPr lang="tr-TR" dirty="0" err="1">
                <a:cs typeface="Arial"/>
              </a:rPr>
              <a:t>helpful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to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explain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which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factors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matter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most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for</a:t>
            </a:r>
            <a:r>
              <a:rPr lang="tr-TR" dirty="0">
                <a:cs typeface="Arial"/>
              </a:rPr>
              <a:t> risk-</a:t>
            </a:r>
            <a:r>
              <a:rPr lang="tr-TR" dirty="0" err="1">
                <a:cs typeface="Arial"/>
              </a:rPr>
              <a:t>aware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dietary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planning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and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suggest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healthy</a:t>
            </a:r>
            <a:r>
              <a:rPr lang="tr-TR" dirty="0">
                <a:cs typeface="Arial"/>
              </a:rPr>
              <a:t> </a:t>
            </a:r>
            <a:r>
              <a:rPr lang="tr-TR" dirty="0" err="1">
                <a:cs typeface="Arial"/>
              </a:rPr>
              <a:t>lifestyle</a:t>
            </a:r>
            <a:r>
              <a:rPr lang="tr-TR" dirty="0">
                <a:cs typeface="Arial"/>
              </a:rPr>
              <a:t>.</a:t>
            </a:r>
          </a:p>
          <a:p>
            <a:pPr>
              <a:spcBef>
                <a:spcPts val="20"/>
              </a:spcBef>
            </a:pPr>
            <a:endParaRPr lang="tr-TR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1134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7F7E6-1AF3-A153-AA74-9E86E83FB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9507"/>
            <a:ext cx="7315200" cy="722776"/>
          </a:xfrm>
        </p:spPr>
        <p:txBody>
          <a:bodyPr>
            <a:normAutofit/>
          </a:bodyPr>
          <a:lstStyle/>
          <a:p>
            <a:r>
              <a:rPr lang="en-US" dirty="0">
                <a:cs typeface="Arial"/>
              </a:rPr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18F62-9EEC-E6D1-7778-2BB9FC28D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073305"/>
            <a:ext cx="7315200" cy="52360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Arial"/>
              </a:rPr>
              <a:t>Thanks A lot for our references and sources to bring this project alive:</a:t>
            </a:r>
            <a:endParaRPr lang="tr-TR">
              <a:cs typeface="Arial"/>
            </a:endParaRPr>
          </a:p>
          <a:p>
            <a:r>
              <a:rPr lang="en-US" dirty="0">
                <a:cs typeface="Arial"/>
              </a:rPr>
              <a:t>1) VS Code </a:t>
            </a:r>
            <a:r>
              <a:rPr lang="en-US" dirty="0" err="1">
                <a:cs typeface="Arial"/>
              </a:rPr>
              <a:t>Offical</a:t>
            </a:r>
            <a:r>
              <a:rPr lang="en-US" dirty="0">
                <a:cs typeface="Arial"/>
              </a:rPr>
              <a:t> Docs.</a:t>
            </a:r>
          </a:p>
          <a:p>
            <a:pPr marL="45720" indent="0">
              <a:buNone/>
            </a:pPr>
            <a:r>
              <a:rPr lang="en-US" dirty="0">
                <a:cs typeface="Arial"/>
              </a:rPr>
              <a:t>https://code.visualstudio.com/docs</a:t>
            </a:r>
            <a:endParaRPr lang="en-US" dirty="0"/>
          </a:p>
          <a:p>
            <a:endParaRPr lang="en-US" dirty="0">
              <a:cs typeface="Arial"/>
            </a:endParaRPr>
          </a:p>
          <a:p>
            <a:r>
              <a:rPr lang="en-US" dirty="0">
                <a:cs typeface="Arial"/>
              </a:rPr>
              <a:t>2) </a:t>
            </a:r>
            <a:r>
              <a:rPr lang="en-US" dirty="0" err="1">
                <a:cs typeface="Arial"/>
              </a:rPr>
              <a:t>Stackoverflow</a:t>
            </a:r>
          </a:p>
          <a:p>
            <a:pPr marL="45720" indent="0">
              <a:buNone/>
            </a:pPr>
            <a:r>
              <a:rPr lang="en-US" dirty="0">
                <a:cs typeface="Arial"/>
              </a:rPr>
              <a:t>https://stackoverflow.com/questions</a:t>
            </a:r>
            <a:endParaRPr lang="en-US" dirty="0"/>
          </a:p>
          <a:p>
            <a:endParaRPr lang="en-US" dirty="0">
              <a:cs typeface="Arial"/>
            </a:endParaRPr>
          </a:p>
          <a:p>
            <a:r>
              <a:rPr lang="en-US" dirty="0">
                <a:cs typeface="Arial"/>
              </a:rPr>
              <a:t>3) Kaggle </a:t>
            </a:r>
          </a:p>
          <a:p>
            <a:pPr marL="45720" indent="0">
              <a:buNone/>
            </a:pPr>
            <a:r>
              <a:rPr lang="en-US" dirty="0">
                <a:cs typeface="Arial"/>
              </a:rPr>
              <a:t>https://www.kaggle.com/code/guhanaein/diet-recommendation/input?select=detailed_meals_macros_.csv</a:t>
            </a:r>
            <a:endParaRPr lang="en-US" dirty="0"/>
          </a:p>
          <a:p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3714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Application>Microsoft Office PowerPoint</Application>
  <PresentationFormat>Ekran Gösterisi (4:3)</PresentationFormat>
  <Slides>9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0" baseType="lpstr">
      <vt:lpstr>Perspective</vt:lpstr>
      <vt:lpstr> Data Analysis Mathematics, Algorithms &amp; Modeling  (PROG8431) Final Presentation of Group#5  Obesity Checker &amp; Classifier   </vt:lpstr>
      <vt:lpstr>Definition of Problem: (Background, Motivation, Data sets and more)</vt:lpstr>
      <vt:lpstr>Methodology &amp; Process</vt:lpstr>
      <vt:lpstr>Experiment setup</vt:lpstr>
      <vt:lpstr>Exploratory Data Analysis and Data Snippet</vt:lpstr>
      <vt:lpstr>Statistical Tests &amp; Relevance</vt:lpstr>
      <vt:lpstr>Model Comparison for Classification Algorithms</vt:lpstr>
      <vt:lpstr>          Summary &amp; Conclusion</vt:lpstr>
      <vt:lpstr>References: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Mathematics, Algorithms &amp; Modeling-PROG8431</dc:title>
  <dc:creator>caglar</dc:creator>
  <cp:revision>139</cp:revision>
  <dcterms:created xsi:type="dcterms:W3CDTF">2025-12-08T03:37:03Z</dcterms:created>
  <dcterms:modified xsi:type="dcterms:W3CDTF">2025-12-09T21:51:07Z</dcterms:modified>
</cp:coreProperties>
</file>